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1.xml.rels" ContentType="application/vnd.openxmlformats-package.relationships+xml"/>
  <Override PartName="/ppt/slides/slide1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9D25AFD-7D1C-4920-B23D-2F7FD4D68C1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2AF3CF6-D13D-4943-9AE5-A89FE997187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EE233F5-C9C7-4D1E-9026-BD0B32E31F0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CA4BBE7-6F9F-4EAE-A201-F44A0C9D95B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6590496-6F9C-40E4-A262-C977B559C55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3E64CF27-9E74-4548-9445-A36D3C0690F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B37794DC-CE96-42C1-9163-3721D5FEA65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27D11867-2217-462F-BEC4-400FDAC64D3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649FF840-EC32-460B-A7B5-996B15B1BD3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F7D0FD56-26C2-4158-8D15-93B07E870FC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3B0C01D2-034D-4CC1-BEAB-2FD3D2305C7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FFF772E-2ABA-4305-BB78-D7F0198C63C9}" type="slidenum">
              <a:rPr b="0" lang="en-IN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8452E1C-9450-4641-A689-38660E82AAF3}" type="slidenum">
              <a:rPr b="0" lang="en-IN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563F63E-B2AF-4F1B-B04C-6F7DD5648010}" type="slidenum">
              <a:rPr b="0" lang="en-IN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ABD5B26-E3B9-4B7F-8F09-8D86A5A6846A}" type="slidenum">
              <a:rPr b="0" lang="en-IN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sldNum" idx="14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3F42D87-AA67-477A-A26E-27E940460CF4}" type="slidenum">
              <a:rPr b="0" lang="en-IN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7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DA2A384-9E28-4BAB-96BA-AFAD1F7F5B5C}" type="slidenum">
              <a:rPr b="0" lang="en-IN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6"/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ftr" idx="19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sldNum" idx="20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298AE8E-5375-4D83-B147-5922922BD1E1}" type="slidenum">
              <a:rPr b="0" lang="en-IN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21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ftr" idx="22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sldNum" idx="23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5DDF85F-8DD4-4626-88C3-B7C5AD9A159B}" type="slidenum">
              <a:rPr b="0" lang="en-IN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24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ftr" idx="25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sldNum" idx="26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67D9E03-C215-46D3-A27B-5EC094BFF204}" type="slidenum">
              <a:rPr b="0" lang="en-IN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27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ftr" idx="28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sldNum" idx="29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DE86DD8-75E7-40DD-BF07-1EC599BE1588}" type="slidenum">
              <a:rPr b="0" lang="en-IN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30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ftr" idx="31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sldNum" idx="32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9537464-1EDC-4B30-AFBD-FEB0AA2CECD6}" type="slidenum">
              <a:rPr b="0" lang="en-IN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dt" idx="33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hyperlink" Target="https://www.linkedin.com/in/hemanthgajulapalli/" TargetMode="External"/><Relationship Id="rId3" Type="http://schemas.openxmlformats.org/officeDocument/2006/relationships/image" Target="../media/image2.png"/><Relationship Id="rId4" Type="http://schemas.openxmlformats.org/officeDocument/2006/relationships/hyperlink" Target="https://www.linkedin.com/in/srihari-akula/" TargetMode="External"/><Relationship Id="rId5" Type="http://schemas.openxmlformats.org/officeDocument/2006/relationships/image" Target="../media/image3.png"/><Relationship Id="rId6" Type="http://schemas.openxmlformats.org/officeDocument/2006/relationships/hyperlink" Target="https://www.linkedin.com/in/keerthi-ramachandran-5727b718/" TargetMode="External"/><Relationship Id="rId7" Type="http://schemas.openxmlformats.org/officeDocument/2006/relationships/image" Target="../media/image4.png"/><Relationship Id="rId8" Type="http://schemas.openxmlformats.org/officeDocument/2006/relationships/hyperlink" Target="https://www.linkedin.com/in/mrinalakulablr/" TargetMode="External"/><Relationship Id="rId9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dee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1"/>
          <p:cNvSpPr/>
          <p:nvPr/>
        </p:nvSpPr>
        <p:spPr>
          <a:xfrm>
            <a:off x="0" y="411480"/>
            <a:ext cx="1219176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US" sz="3200" spc="-1" strike="noStrike">
                <a:solidFill>
                  <a:srgbClr val="2c3e50"/>
                </a:solidFill>
                <a:latin typeface="Segoe UI"/>
              </a:rPr>
              <a:t>Meet The Team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Rectangle 2"/>
          <p:cNvSpPr/>
          <p:nvPr/>
        </p:nvSpPr>
        <p:spPr>
          <a:xfrm>
            <a:off x="5730120" y="1170360"/>
            <a:ext cx="731160" cy="45360"/>
          </a:xfrm>
          <a:prstGeom prst="rect">
            <a:avLst/>
          </a:prstGeom>
          <a:solidFill>
            <a:srgbClr val="c9b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52" name="Picture 3" descr="v3_circle_0.png"/>
          <p:cNvPicPr/>
          <p:nvPr/>
        </p:nvPicPr>
        <p:blipFill>
          <a:blip r:embed="rId1"/>
          <a:stretch/>
        </p:blipFill>
        <p:spPr>
          <a:xfrm>
            <a:off x="3840840" y="1828800"/>
            <a:ext cx="1645560" cy="1645560"/>
          </a:xfrm>
          <a:prstGeom prst="rect">
            <a:avLst/>
          </a:prstGeom>
          <a:ln w="0">
            <a:noFill/>
          </a:ln>
        </p:spPr>
      </p:pic>
      <p:sp>
        <p:nvSpPr>
          <p:cNvPr id="53" name="TextBox 4"/>
          <p:cNvSpPr/>
          <p:nvPr/>
        </p:nvSpPr>
        <p:spPr>
          <a:xfrm>
            <a:off x="152640" y="3584520"/>
            <a:ext cx="274284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US" sz="1700" spc="-1" strike="noStrike">
                <a:solidFill>
                  <a:srgbClr val="2c3e50"/>
                </a:solidFill>
                <a:latin typeface="Segoe UI"/>
              </a:rPr>
              <a:t>Hemanth Gajulapalli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Rectangle 5"/>
          <p:cNvSpPr/>
          <p:nvPr/>
        </p:nvSpPr>
        <p:spPr>
          <a:xfrm>
            <a:off x="1368720" y="4041720"/>
            <a:ext cx="310680" cy="36360"/>
          </a:xfrm>
          <a:prstGeom prst="rect">
            <a:avLst/>
          </a:prstGeom>
          <a:solidFill>
            <a:srgbClr val="6b8f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8280" bIns="-828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" name="TextBox 6"/>
          <p:cNvSpPr/>
          <p:nvPr/>
        </p:nvSpPr>
        <p:spPr>
          <a:xfrm>
            <a:off x="152640" y="4169520"/>
            <a:ext cx="2742840" cy="4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250" spc="-1" strike="noStrike">
                <a:solidFill>
                  <a:srgbClr val="6b7280"/>
                </a:solidFill>
                <a:latin typeface="Segoe UI"/>
              </a:rPr>
              <a:t>Senior Product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50" spc="-1" strike="noStrike">
                <a:solidFill>
                  <a:srgbClr val="6b7280"/>
                </a:solidFill>
                <a:latin typeface="Segoe UI"/>
              </a:rPr>
              <a:t>Architect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Rounded Rectangle 7"/>
          <p:cNvSpPr/>
          <p:nvPr/>
        </p:nvSpPr>
        <p:spPr>
          <a:xfrm>
            <a:off x="848160" y="5029200"/>
            <a:ext cx="219240" cy="219240"/>
          </a:xfrm>
          <a:prstGeom prst="roundRect">
            <a:avLst>
              <a:gd name="adj" fmla="val 25000"/>
            </a:avLst>
          </a:prstGeom>
          <a:solidFill>
            <a:srgbClr val="3d6b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700" spc="-1" strike="noStrike">
                <a:solidFill>
                  <a:srgbClr val="edf1f5"/>
                </a:solidFill>
                <a:latin typeface="Segoe UI"/>
              </a:rPr>
              <a:t>in</a:t>
            </a:r>
            <a:endParaRPr b="0" lang="en-US" sz="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" name="TextBox 8"/>
          <p:cNvSpPr/>
          <p:nvPr/>
        </p:nvSpPr>
        <p:spPr>
          <a:xfrm>
            <a:off x="1030680" y="5010840"/>
            <a:ext cx="126144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n-US" sz="1000" spc="-1" strike="noStrike" u="sng">
                <a:solidFill>
                  <a:srgbClr val="9454c3"/>
                </a:solidFill>
                <a:uFillTx/>
                <a:latin typeface="Segoe UI"/>
                <a:hlinkClick r:id="rId2"/>
              </a:rPr>
              <a:t>hemanthgajulapalli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8" name="Picture 9" descr="v3_circle_1.png"/>
          <p:cNvPicPr/>
          <p:nvPr/>
        </p:nvPicPr>
        <p:blipFill>
          <a:blip r:embed="rId3"/>
          <a:stretch/>
        </p:blipFill>
        <p:spPr>
          <a:xfrm>
            <a:off x="9784440" y="1828800"/>
            <a:ext cx="1645560" cy="1645560"/>
          </a:xfrm>
          <a:prstGeom prst="rect">
            <a:avLst/>
          </a:prstGeom>
          <a:ln w="0">
            <a:noFill/>
          </a:ln>
        </p:spPr>
      </p:pic>
      <p:sp>
        <p:nvSpPr>
          <p:cNvPr id="59" name="TextBox 10"/>
          <p:cNvSpPr/>
          <p:nvPr/>
        </p:nvSpPr>
        <p:spPr>
          <a:xfrm>
            <a:off x="3200400" y="3584520"/>
            <a:ext cx="274284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US" sz="1700" spc="-1" strike="noStrike">
                <a:solidFill>
                  <a:srgbClr val="2c3e50"/>
                </a:solidFill>
                <a:latin typeface="Segoe UI"/>
              </a:rPr>
              <a:t>SriHari Akula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ectangle 11"/>
          <p:cNvSpPr/>
          <p:nvPr/>
        </p:nvSpPr>
        <p:spPr>
          <a:xfrm>
            <a:off x="4416480" y="4041720"/>
            <a:ext cx="310680" cy="36360"/>
          </a:xfrm>
          <a:prstGeom prst="rect">
            <a:avLst/>
          </a:prstGeom>
          <a:solidFill>
            <a:srgbClr val="6e8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8280" bIns="-828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" name="TextBox 12"/>
          <p:cNvSpPr/>
          <p:nvPr/>
        </p:nvSpPr>
        <p:spPr>
          <a:xfrm>
            <a:off x="3200400" y="4169520"/>
            <a:ext cx="2742840" cy="4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250" spc="-1" strike="noStrike">
                <a:solidFill>
                  <a:srgbClr val="6b7280"/>
                </a:solidFill>
                <a:latin typeface="Segoe UI"/>
              </a:rPr>
              <a:t>Principal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50" spc="-1" strike="noStrike">
                <a:solidFill>
                  <a:srgbClr val="6b7280"/>
                </a:solidFill>
                <a:latin typeface="Segoe UI"/>
              </a:rPr>
              <a:t>GenAI Architect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Rounded Rectangle 13"/>
          <p:cNvSpPr/>
          <p:nvPr/>
        </p:nvSpPr>
        <p:spPr>
          <a:xfrm>
            <a:off x="3931920" y="5029200"/>
            <a:ext cx="219240" cy="219240"/>
          </a:xfrm>
          <a:prstGeom prst="roundRect">
            <a:avLst>
              <a:gd name="adj" fmla="val 25000"/>
            </a:avLst>
          </a:prstGeom>
          <a:solidFill>
            <a:srgbClr val="3d6b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700" spc="-1" strike="noStrike">
                <a:solidFill>
                  <a:srgbClr val="edf1f5"/>
                </a:solidFill>
                <a:latin typeface="Segoe UI"/>
              </a:rPr>
              <a:t>in</a:t>
            </a:r>
            <a:endParaRPr b="0" lang="en-US" sz="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TextBox 14"/>
          <p:cNvSpPr/>
          <p:nvPr/>
        </p:nvSpPr>
        <p:spPr>
          <a:xfrm>
            <a:off x="4122360" y="5010840"/>
            <a:ext cx="88524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00" spc="-1" strike="noStrike" u="sng">
                <a:solidFill>
                  <a:srgbClr val="9454c3"/>
                </a:solidFill>
                <a:uFillTx/>
                <a:latin typeface="Segoe UI"/>
                <a:hlinkClick r:id="rId4"/>
              </a:rPr>
              <a:t>srihari-akula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4" name="Picture 15" descr="v3_circle_2.png"/>
          <p:cNvPicPr/>
          <p:nvPr/>
        </p:nvPicPr>
        <p:blipFill>
          <a:blip r:embed="rId5"/>
          <a:stretch/>
        </p:blipFill>
        <p:spPr>
          <a:xfrm>
            <a:off x="6796800" y="1783080"/>
            <a:ext cx="1645560" cy="1645560"/>
          </a:xfrm>
          <a:prstGeom prst="rect">
            <a:avLst/>
          </a:prstGeom>
          <a:ln w="0">
            <a:noFill/>
          </a:ln>
        </p:spPr>
      </p:pic>
      <p:sp>
        <p:nvSpPr>
          <p:cNvPr id="65" name="TextBox 16"/>
          <p:cNvSpPr/>
          <p:nvPr/>
        </p:nvSpPr>
        <p:spPr>
          <a:xfrm>
            <a:off x="6248160" y="3584520"/>
            <a:ext cx="274284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US" sz="1700" spc="-1" strike="noStrike">
                <a:solidFill>
                  <a:srgbClr val="2c3e50"/>
                </a:solidFill>
                <a:latin typeface="Segoe UI"/>
              </a:rPr>
              <a:t>Keerthi Ramachandran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Rectangle 17"/>
          <p:cNvSpPr/>
          <p:nvPr/>
        </p:nvSpPr>
        <p:spPr>
          <a:xfrm>
            <a:off x="7464240" y="4041720"/>
            <a:ext cx="310680" cy="36360"/>
          </a:xfrm>
          <a:prstGeom prst="rect">
            <a:avLst/>
          </a:prstGeom>
          <a:solidFill>
            <a:srgbClr val="a67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8280" bIns="-828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" name="TextBox 18"/>
          <p:cNvSpPr/>
          <p:nvPr/>
        </p:nvSpPr>
        <p:spPr>
          <a:xfrm>
            <a:off x="6248160" y="4169520"/>
            <a:ext cx="2742840" cy="28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250" spc="-1" strike="noStrike">
                <a:solidFill>
                  <a:srgbClr val="6b7280"/>
                </a:solidFill>
                <a:latin typeface="Segoe UI"/>
              </a:rPr>
              <a:t>Principal Engineer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Rounded Rectangle 19"/>
          <p:cNvSpPr/>
          <p:nvPr/>
        </p:nvSpPr>
        <p:spPr>
          <a:xfrm>
            <a:off x="6835680" y="5029200"/>
            <a:ext cx="219240" cy="219240"/>
          </a:xfrm>
          <a:prstGeom prst="roundRect">
            <a:avLst>
              <a:gd name="adj" fmla="val 25000"/>
            </a:avLst>
          </a:prstGeom>
          <a:solidFill>
            <a:srgbClr val="3d6b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700" spc="-1" strike="noStrike">
                <a:solidFill>
                  <a:srgbClr val="edf1f5"/>
                </a:solidFill>
                <a:latin typeface="Segoe UI"/>
              </a:rPr>
              <a:t>in</a:t>
            </a:r>
            <a:endParaRPr b="0" lang="en-US" sz="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TextBox 20"/>
          <p:cNvSpPr/>
          <p:nvPr/>
        </p:nvSpPr>
        <p:spPr>
          <a:xfrm>
            <a:off x="7036920" y="5010840"/>
            <a:ext cx="144000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00" spc="-1" strike="noStrike" u="sng">
                <a:solidFill>
                  <a:srgbClr val="9454c3"/>
                </a:solidFill>
                <a:uFillTx/>
                <a:latin typeface="Segoe UI"/>
                <a:hlinkClick r:id="rId6"/>
              </a:rPr>
              <a:t>keerthi-ramachandran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0" name="Picture 21" descr="v3_circle_3.png"/>
          <p:cNvPicPr/>
          <p:nvPr/>
        </p:nvPicPr>
        <p:blipFill>
          <a:blip r:embed="rId7"/>
          <a:stretch/>
        </p:blipFill>
        <p:spPr>
          <a:xfrm>
            <a:off x="869040" y="1828800"/>
            <a:ext cx="1645560" cy="1645560"/>
          </a:xfrm>
          <a:prstGeom prst="rect">
            <a:avLst/>
          </a:prstGeom>
          <a:ln w="0">
            <a:noFill/>
          </a:ln>
        </p:spPr>
      </p:pic>
      <p:sp>
        <p:nvSpPr>
          <p:cNvPr id="71" name="TextBox 22"/>
          <p:cNvSpPr/>
          <p:nvPr/>
        </p:nvSpPr>
        <p:spPr>
          <a:xfrm>
            <a:off x="9296640" y="3584520"/>
            <a:ext cx="274284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US" sz="1700" spc="-1" strike="noStrike">
                <a:solidFill>
                  <a:srgbClr val="2c3e50"/>
                </a:solidFill>
                <a:latin typeface="Segoe UI"/>
              </a:rPr>
              <a:t>Mrinal Akula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Rectangle 23"/>
          <p:cNvSpPr/>
          <p:nvPr/>
        </p:nvSpPr>
        <p:spPr>
          <a:xfrm>
            <a:off x="10512720" y="4041720"/>
            <a:ext cx="310680" cy="36360"/>
          </a:xfrm>
          <a:prstGeom prst="rect">
            <a:avLst/>
          </a:prstGeom>
          <a:solidFill>
            <a:srgbClr val="9e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8280" bIns="-828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3" name="TextBox 24"/>
          <p:cNvSpPr/>
          <p:nvPr/>
        </p:nvSpPr>
        <p:spPr>
          <a:xfrm>
            <a:off x="9296640" y="4169520"/>
            <a:ext cx="2742840" cy="4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250" spc="-1" strike="noStrike">
                <a:solidFill>
                  <a:srgbClr val="6b7280"/>
                </a:solidFill>
                <a:latin typeface="Segoe UI"/>
              </a:rPr>
              <a:t>AI/ML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50" spc="-1" strike="noStrike">
                <a:solidFill>
                  <a:srgbClr val="6b7280"/>
                </a:solidFill>
                <a:latin typeface="Segoe UI"/>
              </a:rPr>
              <a:t>Undergrad Student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Rounded Rectangle 25"/>
          <p:cNvSpPr/>
          <p:nvPr/>
        </p:nvSpPr>
        <p:spPr>
          <a:xfrm>
            <a:off x="10028160" y="5029200"/>
            <a:ext cx="219240" cy="219240"/>
          </a:xfrm>
          <a:prstGeom prst="roundRect">
            <a:avLst>
              <a:gd name="adj" fmla="val 25000"/>
            </a:avLst>
          </a:prstGeom>
          <a:solidFill>
            <a:srgbClr val="3d6b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700" spc="-1" strike="noStrike">
                <a:solidFill>
                  <a:srgbClr val="edf1f5"/>
                </a:solidFill>
                <a:latin typeface="Segoe UI"/>
              </a:rPr>
              <a:t>in</a:t>
            </a:r>
            <a:endParaRPr b="0" lang="en-US" sz="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TextBox 26"/>
          <p:cNvSpPr/>
          <p:nvPr/>
        </p:nvSpPr>
        <p:spPr>
          <a:xfrm>
            <a:off x="10307160" y="5010840"/>
            <a:ext cx="9964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00" spc="-1" strike="noStrike" u="sng">
                <a:solidFill>
                  <a:srgbClr val="9454c3"/>
                </a:solidFill>
                <a:uFillTx/>
                <a:latin typeface="Segoe UI"/>
                <a:hlinkClick r:id="rId8"/>
              </a:rPr>
              <a:t>mrinalakulablr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Rectangle 27"/>
          <p:cNvSpPr/>
          <p:nvPr/>
        </p:nvSpPr>
        <p:spPr>
          <a:xfrm>
            <a:off x="457200" y="6711840"/>
            <a:ext cx="11277000" cy="180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6640" bIns="-2664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1_Office Theme">
  <a:themeElements>
    <a:clrScheme name="Custom 51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bf343f"/>
      </a:accent1>
      <a:accent2>
        <a:srgbClr val="034c8c"/>
      </a:accent2>
      <a:accent3>
        <a:srgbClr val="038c7e"/>
      </a:accent3>
      <a:accent4>
        <a:srgbClr val="d9a407"/>
      </a:accent4>
      <a:accent5>
        <a:srgbClr val="8a038c"/>
      </a:accent5>
      <a:accent6>
        <a:srgbClr val="f27141"/>
      </a:accent6>
      <a:hlink>
        <a:srgbClr val="9454c3"/>
      </a:hlink>
      <a:folHlink>
        <a:srgbClr val="0000-1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1_Office Theme">
  <a:themeElements>
    <a:clrScheme name="Custom 51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bf343f"/>
      </a:accent1>
      <a:accent2>
        <a:srgbClr val="034c8c"/>
      </a:accent2>
      <a:accent3>
        <a:srgbClr val="038c7e"/>
      </a:accent3>
      <a:accent4>
        <a:srgbClr val="d9a407"/>
      </a:accent4>
      <a:accent5>
        <a:srgbClr val="8a038c"/>
      </a:accent5>
      <a:accent6>
        <a:srgbClr val="f27141"/>
      </a:accent6>
      <a:hlink>
        <a:srgbClr val="9454c3"/>
      </a:hlink>
      <a:folHlink>
        <a:srgbClr val="3ebbf0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1_Office Theme">
  <a:themeElements>
    <a:clrScheme name="Custom 51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bf343f"/>
      </a:accent1>
      <a:accent2>
        <a:srgbClr val="034c8c"/>
      </a:accent2>
      <a:accent3>
        <a:srgbClr val="038c7e"/>
      </a:accent3>
      <a:accent4>
        <a:srgbClr val="d9a407"/>
      </a:accent4>
      <a:accent5>
        <a:srgbClr val="8a038c"/>
      </a:accent5>
      <a:accent6>
        <a:srgbClr val="f27141"/>
      </a:accent6>
      <a:hlink>
        <a:srgbClr val="9454c3"/>
      </a:hlink>
      <a:folHlink>
        <a:srgbClr val="3ebbf0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1_Office Theme">
  <a:themeElements>
    <a:clrScheme name="Custom 51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bf343f"/>
      </a:accent1>
      <a:accent2>
        <a:srgbClr val="034c8c"/>
      </a:accent2>
      <a:accent3>
        <a:srgbClr val="038c7e"/>
      </a:accent3>
      <a:accent4>
        <a:srgbClr val="d9a407"/>
      </a:accent4>
      <a:accent5>
        <a:srgbClr val="8a038c"/>
      </a:accent5>
      <a:accent6>
        <a:srgbClr val="f27141"/>
      </a:accent6>
      <a:hlink>
        <a:srgbClr val="9454c3"/>
      </a:hlink>
      <a:folHlink>
        <a:srgbClr val="3ebbf0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1_Office Theme">
  <a:themeElements>
    <a:clrScheme name="Custom 51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bf343f"/>
      </a:accent1>
      <a:accent2>
        <a:srgbClr val="034c8c"/>
      </a:accent2>
      <a:accent3>
        <a:srgbClr val="038c7e"/>
      </a:accent3>
      <a:accent4>
        <a:srgbClr val="d9a407"/>
      </a:accent4>
      <a:accent5>
        <a:srgbClr val="8a038c"/>
      </a:accent5>
      <a:accent6>
        <a:srgbClr val="f27141"/>
      </a:accent6>
      <a:hlink>
        <a:srgbClr val="9454c3"/>
      </a:hlink>
      <a:folHlink>
        <a:srgbClr val="3ebbf0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1_Office Theme">
  <a:themeElements>
    <a:clrScheme name="Custom 51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bf343f"/>
      </a:accent1>
      <a:accent2>
        <a:srgbClr val="034c8c"/>
      </a:accent2>
      <a:accent3>
        <a:srgbClr val="038c7e"/>
      </a:accent3>
      <a:accent4>
        <a:srgbClr val="d9a407"/>
      </a:accent4>
      <a:accent5>
        <a:srgbClr val="8a038c"/>
      </a:accent5>
      <a:accent6>
        <a:srgbClr val="f27141"/>
      </a:accent6>
      <a:hlink>
        <a:srgbClr val="9454c3"/>
      </a:hlink>
      <a:folHlink>
        <a:srgbClr val="3ebbf0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1_Office Theme">
  <a:themeElements>
    <a:clrScheme name="Custom 51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bf343f"/>
      </a:accent1>
      <a:accent2>
        <a:srgbClr val="034c8c"/>
      </a:accent2>
      <a:accent3>
        <a:srgbClr val="038c7e"/>
      </a:accent3>
      <a:accent4>
        <a:srgbClr val="d9a407"/>
      </a:accent4>
      <a:accent5>
        <a:srgbClr val="8a038c"/>
      </a:accent5>
      <a:accent6>
        <a:srgbClr val="f27141"/>
      </a:accent6>
      <a:hlink>
        <a:srgbClr val="9454c3"/>
      </a:hlink>
      <a:folHlink>
        <a:srgbClr val="3ebbf0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1_Office Theme">
  <a:themeElements>
    <a:clrScheme name="Custom 51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bf343f"/>
      </a:accent1>
      <a:accent2>
        <a:srgbClr val="034c8c"/>
      </a:accent2>
      <a:accent3>
        <a:srgbClr val="038c7e"/>
      </a:accent3>
      <a:accent4>
        <a:srgbClr val="d9a407"/>
      </a:accent4>
      <a:accent5>
        <a:srgbClr val="8a038c"/>
      </a:accent5>
      <a:accent6>
        <a:srgbClr val="f27141"/>
      </a:accent6>
      <a:hlink>
        <a:srgbClr val="9454c3"/>
      </a:hlink>
      <a:folHlink>
        <a:srgbClr val="3ebbf0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1_Office Theme">
  <a:themeElements>
    <a:clrScheme name="Custom 51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bf343f"/>
      </a:accent1>
      <a:accent2>
        <a:srgbClr val="034c8c"/>
      </a:accent2>
      <a:accent3>
        <a:srgbClr val="038c7e"/>
      </a:accent3>
      <a:accent4>
        <a:srgbClr val="d9a407"/>
      </a:accent4>
      <a:accent5>
        <a:srgbClr val="8a038c"/>
      </a:accent5>
      <a:accent6>
        <a:srgbClr val="f27141"/>
      </a:accent6>
      <a:hlink>
        <a:srgbClr val="9454c3"/>
      </a:hlink>
      <a:folHlink>
        <a:srgbClr val="3ebbf0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1_Office Theme">
  <a:themeElements>
    <a:clrScheme name="Custom 51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bf343f"/>
      </a:accent1>
      <a:accent2>
        <a:srgbClr val="034c8c"/>
      </a:accent2>
      <a:accent3>
        <a:srgbClr val="038c7e"/>
      </a:accent3>
      <a:accent4>
        <a:srgbClr val="d9a407"/>
      </a:accent4>
      <a:accent5>
        <a:srgbClr val="8a038c"/>
      </a:accent5>
      <a:accent6>
        <a:srgbClr val="f27141"/>
      </a:accent6>
      <a:hlink>
        <a:srgbClr val="9454c3"/>
      </a:hlink>
      <a:folHlink>
        <a:srgbClr val="3ebbf0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1_Office Theme">
  <a:themeElements>
    <a:clrScheme name="Custom 51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bf343f"/>
      </a:accent1>
      <a:accent2>
        <a:srgbClr val="034c8c"/>
      </a:accent2>
      <a:accent3>
        <a:srgbClr val="038c7e"/>
      </a:accent3>
      <a:accent4>
        <a:srgbClr val="d9a407"/>
      </a:accent4>
      <a:accent5>
        <a:srgbClr val="8a038c"/>
      </a:accent5>
      <a:accent6>
        <a:srgbClr val="f27141"/>
      </a:accent6>
      <a:hlink>
        <a:srgbClr val="9454c3"/>
      </a:hlink>
      <a:folHlink>
        <a:srgbClr val="3ebbf0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703</TotalTime>
  <Application>LibreOffice/24.2.7.2$Linux_X86_64 LibreOffice_project/420$Build-2</Application>
  <AppVersion>15.0000</AppVersion>
  <Words>19</Words>
  <Paragraphs>9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2021-07-01T04:52:46Z</dcterms:created>
  <dc:creator>Kavithalaya</dc:creator>
  <dc:description/>
  <dc:language>en-US</dc:language>
  <cp:lastModifiedBy/>
  <dcterms:modified xsi:type="dcterms:W3CDTF">2026-09-16T10:12:33Z</dcterms:modified>
  <cp:revision>12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1</vt:i4>
  </property>
</Properties>
</file>