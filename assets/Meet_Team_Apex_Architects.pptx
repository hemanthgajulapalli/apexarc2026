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4F818E-C38A-4B55-8F79-C90D182C97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56D35F9-A945-4A73-BE44-0BAB48B13D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419DB53-A92A-4936-AEFE-322CCAA0D8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E818135-AF91-455A-BE31-AEAEB36749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AB1F5FE-E467-4674-A176-15FED14635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776FE85-B0FD-47B8-9636-20CAC857F01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BC4F471-53DD-4F08-A645-0234901E5F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7780A86-B0FF-4205-9BA3-DD70F99EE1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AF6A3D2-E9B5-4853-A3A6-7BAC2B240E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A1BAA1B-82B5-4B24-BFEA-B3CBBB970C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E63A0A5-8444-423E-9993-DAD7F330D9E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191FE2-0215-4326-8FC0-6F5635742994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6B17A6-AF2B-4B42-898E-5F1B56A01926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AB2B36-A15E-43D0-9D8D-55C6B09F02EF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1CAAED-9784-4FBD-B761-7B042D4AC802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A8947B-59E1-4979-B6FD-9CCE109F54B1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B035D4-4751-4508-8EA3-1C9BEC1127A2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F7E2A0-10C5-4F5C-AFDA-F133968B7FC7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13D49C-8167-404C-AF1A-C8D521910C5D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F8DBC0-0644-4D3C-B853-D6028CE20B11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D90DBF-E07B-4F60-89CF-2F316CFF75E9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B9EA48-B9D5-4D36-A78A-382B2DC6003B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www.linkedin.com/in/hemanthgajulapalli/" TargetMode="External"/><Relationship Id="rId3" Type="http://schemas.openxmlformats.org/officeDocument/2006/relationships/image" Target="../media/image2.png"/><Relationship Id="rId4" Type="http://schemas.openxmlformats.org/officeDocument/2006/relationships/hyperlink" Target="https://www.linkedin.com/in/srihari-akula/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www.linkedin.com/in/keerthi-ramachandran-5727b718/" TargetMode="External"/><Relationship Id="rId7" Type="http://schemas.openxmlformats.org/officeDocument/2006/relationships/image" Target="../media/image4.png"/><Relationship Id="rId8" Type="http://schemas.openxmlformats.org/officeDocument/2006/relationships/hyperlink" Target="https://www.linkedin.com/in/mrinalakulablr/" TargetMode="External"/><Relationship Id="rId9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ee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0" y="411480"/>
            <a:ext cx="12191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2c3e50"/>
                </a:solidFill>
                <a:latin typeface="Segoe UI"/>
              </a:rPr>
              <a:t>Apex Architects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5730120" y="1170360"/>
            <a:ext cx="730800" cy="45000"/>
          </a:xfrm>
          <a:prstGeom prst="rect">
            <a:avLst/>
          </a:prstGeom>
          <a:solidFill>
            <a:srgbClr val="c9b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" name="Picture 3" descr="v3_circle_0.png"/>
          <p:cNvPicPr/>
          <p:nvPr/>
        </p:nvPicPr>
        <p:blipFill>
          <a:blip r:embed="rId1"/>
          <a:stretch/>
        </p:blipFill>
        <p:spPr>
          <a:xfrm>
            <a:off x="3840840" y="1828800"/>
            <a:ext cx="1645200" cy="1645200"/>
          </a:xfrm>
          <a:prstGeom prst="rect">
            <a:avLst/>
          </a:prstGeom>
          <a:ln w="0">
            <a:noFill/>
          </a:ln>
        </p:spPr>
      </p:pic>
      <p:sp>
        <p:nvSpPr>
          <p:cNvPr id="53" name="TextBox 4"/>
          <p:cNvSpPr/>
          <p:nvPr/>
        </p:nvSpPr>
        <p:spPr>
          <a:xfrm>
            <a:off x="152640" y="3584520"/>
            <a:ext cx="27424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Hemanth Gajulapalli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Rectangle 5"/>
          <p:cNvSpPr/>
          <p:nvPr/>
        </p:nvSpPr>
        <p:spPr>
          <a:xfrm>
            <a:off x="1368720" y="4041720"/>
            <a:ext cx="310320" cy="36000"/>
          </a:xfrm>
          <a:prstGeom prst="rect">
            <a:avLst/>
          </a:prstGeom>
          <a:solidFill>
            <a:srgbClr val="6b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152640" y="4169520"/>
            <a:ext cx="274248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Senior Product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Architect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848160" y="4921200"/>
            <a:ext cx="218880" cy="21888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Box 8"/>
          <p:cNvSpPr/>
          <p:nvPr/>
        </p:nvSpPr>
        <p:spPr>
          <a:xfrm>
            <a:off x="1030680" y="4902840"/>
            <a:ext cx="1261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2"/>
              </a:rPr>
              <a:t>hemanthgajulapalli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Picture 9" descr="v3_circle_1.png"/>
          <p:cNvPicPr/>
          <p:nvPr/>
        </p:nvPicPr>
        <p:blipFill>
          <a:blip r:embed="rId3"/>
          <a:stretch/>
        </p:blipFill>
        <p:spPr>
          <a:xfrm>
            <a:off x="9784440" y="1828800"/>
            <a:ext cx="1645200" cy="1645200"/>
          </a:xfrm>
          <a:prstGeom prst="rect">
            <a:avLst/>
          </a:prstGeom>
          <a:ln w="0">
            <a:noFill/>
          </a:ln>
        </p:spPr>
      </p:pic>
      <p:sp>
        <p:nvSpPr>
          <p:cNvPr id="59" name="TextBox 10"/>
          <p:cNvSpPr/>
          <p:nvPr/>
        </p:nvSpPr>
        <p:spPr>
          <a:xfrm>
            <a:off x="3200400" y="3584520"/>
            <a:ext cx="27424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SriHari Akula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ectangle 11"/>
          <p:cNvSpPr/>
          <p:nvPr/>
        </p:nvSpPr>
        <p:spPr>
          <a:xfrm>
            <a:off x="4416480" y="4041720"/>
            <a:ext cx="310320" cy="36000"/>
          </a:xfrm>
          <a:prstGeom prst="rect">
            <a:avLst/>
          </a:prstGeom>
          <a:solidFill>
            <a:srgbClr val="6e8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2"/>
          <p:cNvSpPr/>
          <p:nvPr/>
        </p:nvSpPr>
        <p:spPr>
          <a:xfrm>
            <a:off x="3200400" y="4169520"/>
            <a:ext cx="274248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Principal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GenAI Architect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Rounded Rectangle 13"/>
          <p:cNvSpPr/>
          <p:nvPr/>
        </p:nvSpPr>
        <p:spPr>
          <a:xfrm>
            <a:off x="3931920" y="4921200"/>
            <a:ext cx="218880" cy="21888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4122360" y="4902840"/>
            <a:ext cx="884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4"/>
              </a:rPr>
              <a:t>srihari-akula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Picture 15" descr="v3_circle_2.png"/>
          <p:cNvPicPr/>
          <p:nvPr/>
        </p:nvPicPr>
        <p:blipFill>
          <a:blip r:embed="rId5"/>
          <a:stretch/>
        </p:blipFill>
        <p:spPr>
          <a:xfrm>
            <a:off x="6796800" y="1783080"/>
            <a:ext cx="1645200" cy="1645200"/>
          </a:xfrm>
          <a:prstGeom prst="rect">
            <a:avLst/>
          </a:prstGeom>
          <a:ln w="0">
            <a:noFill/>
          </a:ln>
        </p:spPr>
      </p:pic>
      <p:sp>
        <p:nvSpPr>
          <p:cNvPr id="65" name="TextBox 16"/>
          <p:cNvSpPr/>
          <p:nvPr/>
        </p:nvSpPr>
        <p:spPr>
          <a:xfrm>
            <a:off x="6248160" y="3584520"/>
            <a:ext cx="27424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Keerthi Ramachandran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Rectangle 17"/>
          <p:cNvSpPr/>
          <p:nvPr/>
        </p:nvSpPr>
        <p:spPr>
          <a:xfrm>
            <a:off x="7464240" y="4041720"/>
            <a:ext cx="310320" cy="36000"/>
          </a:xfrm>
          <a:prstGeom prst="rect">
            <a:avLst/>
          </a:prstGeom>
          <a:solidFill>
            <a:srgbClr val="a67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6248160" y="4169520"/>
            <a:ext cx="274248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Principal Engineer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ounded Rectangle 19"/>
          <p:cNvSpPr/>
          <p:nvPr/>
        </p:nvSpPr>
        <p:spPr>
          <a:xfrm>
            <a:off x="6835680" y="4921200"/>
            <a:ext cx="218880" cy="21888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Box 20"/>
          <p:cNvSpPr/>
          <p:nvPr/>
        </p:nvSpPr>
        <p:spPr>
          <a:xfrm>
            <a:off x="7036920" y="4902840"/>
            <a:ext cx="1439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6"/>
              </a:rPr>
              <a:t>keerthi-ramachandran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Picture 21" descr="v3_circle_3.png"/>
          <p:cNvPicPr/>
          <p:nvPr/>
        </p:nvPicPr>
        <p:blipFill>
          <a:blip r:embed="rId7"/>
          <a:stretch/>
        </p:blipFill>
        <p:spPr>
          <a:xfrm>
            <a:off x="869040" y="1828800"/>
            <a:ext cx="1645200" cy="1645200"/>
          </a:xfrm>
          <a:prstGeom prst="rect">
            <a:avLst/>
          </a:prstGeom>
          <a:ln w="0">
            <a:noFill/>
          </a:ln>
        </p:spPr>
      </p:pic>
      <p:sp>
        <p:nvSpPr>
          <p:cNvPr id="71" name="TextBox 22"/>
          <p:cNvSpPr/>
          <p:nvPr/>
        </p:nvSpPr>
        <p:spPr>
          <a:xfrm>
            <a:off x="9296640" y="3584520"/>
            <a:ext cx="27424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Mrinal Akula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23"/>
          <p:cNvSpPr/>
          <p:nvPr/>
        </p:nvSpPr>
        <p:spPr>
          <a:xfrm>
            <a:off x="10512720" y="4041720"/>
            <a:ext cx="310320" cy="36000"/>
          </a:xfrm>
          <a:prstGeom prst="rect">
            <a:avLst/>
          </a:prstGeom>
          <a:solidFill>
            <a:srgbClr val="9e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24"/>
          <p:cNvSpPr/>
          <p:nvPr/>
        </p:nvSpPr>
        <p:spPr>
          <a:xfrm>
            <a:off x="9296640" y="4169520"/>
            <a:ext cx="274248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AI/ML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Undergrad Student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ounded Rectangle 25"/>
          <p:cNvSpPr/>
          <p:nvPr/>
        </p:nvSpPr>
        <p:spPr>
          <a:xfrm>
            <a:off x="10028160" y="4921200"/>
            <a:ext cx="218880" cy="21888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26"/>
          <p:cNvSpPr/>
          <p:nvPr/>
        </p:nvSpPr>
        <p:spPr>
          <a:xfrm>
            <a:off x="10307160" y="4902840"/>
            <a:ext cx="996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8"/>
              </a:rPr>
              <a:t>mrinalakulablr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27"/>
          <p:cNvSpPr/>
          <p:nvPr/>
        </p:nvSpPr>
        <p:spPr>
          <a:xfrm>
            <a:off x="457200" y="6711840"/>
            <a:ext cx="11276640" cy="1764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0" y="411480"/>
            <a:ext cx="12191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2c3e50"/>
                </a:solidFill>
                <a:latin typeface="Segoe UI"/>
              </a:rPr>
              <a:t>Apex Architects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0" y="5703480"/>
            <a:ext cx="12191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3200" spc="-1" strike="noStrike">
                <a:solidFill>
                  <a:srgbClr val="2c3e50"/>
                </a:solidFill>
                <a:latin typeface="Segoe UI"/>
              </a:rPr>
              <a:t> </a:t>
            </a:r>
            <a:r>
              <a:rPr b="1" lang="en-US" sz="3200" spc="-1" strike="noStrike">
                <a:solidFill>
                  <a:srgbClr val="2c3e50"/>
                </a:solidFill>
                <a:latin typeface="Segoe UI"/>
              </a:rPr>
              <a:t>O'reilly Architectural Katas - 2026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1"/>
          <p:cNvSpPr/>
          <p:nvPr/>
        </p:nvSpPr>
        <p:spPr>
          <a:xfrm>
            <a:off x="5730120" y="6390360"/>
            <a:ext cx="730800" cy="45000"/>
          </a:xfrm>
          <a:prstGeom prst="rect">
            <a:avLst/>
          </a:prstGeom>
          <a:solidFill>
            <a:srgbClr val="c9b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00000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719</TotalTime>
  <Application>LibreOffice/24.2.7.2$Linux_X86_64 LibreOffice_project/420$Build-2</Application>
  <AppVersion>15.0000</AppVersion>
  <Words>19</Words>
  <Paragraphs>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2021-07-01T04:52:46Z</dcterms:created>
  <dc:creator>Kavithalaya</dc:creator>
  <dc:description/>
  <dc:language>en-US</dc:language>
  <cp:lastModifiedBy/>
  <dcterms:modified xsi:type="dcterms:W3CDTF">2026-09-16T10:52:25Z</dcterms:modified>
  <cp:revision>16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